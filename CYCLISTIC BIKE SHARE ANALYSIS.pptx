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78" r:id="rId7"/>
    <p:sldId id="258" r:id="rId8"/>
    <p:sldId id="280" r:id="rId9"/>
    <p:sldId id="281" r:id="rId10"/>
    <p:sldId id="282" r:id="rId11"/>
    <p:sldId id="286" r:id="rId12"/>
    <p:sldId id="287" r:id="rId13"/>
    <p:sldId id="284" r:id="rId14"/>
    <p:sldId id="285" r:id="rId15"/>
    <p:sldId id="288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655" autoAdjust="0"/>
  </p:normalViewPr>
  <p:slideViewPr>
    <p:cSldViewPr snapToGrid="0">
      <p:cViewPr varScale="1">
        <p:scale>
          <a:sx n="75" d="100"/>
          <a:sy n="75" d="100"/>
        </p:scale>
        <p:origin x="974" y="4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61695-486E-B058-DBE3-5754EB876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B42B75-3A96-4DDD-1832-86AE2F15C7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651C1A-FF50-87D0-D928-0C1E343093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F40F6-D54A-D6CF-ACED-F1C8C63A45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8702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6059B-0250-7E44-4563-1E4770D20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AB971F-71B2-F5E3-2836-10BA632D6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3978F-960E-EDBA-E8E7-1779D4666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97201-ADB1-6431-F062-690B62E38A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7657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4654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7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FD9A8-16F3-1E00-14D2-6A0B8818F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D78CB-3221-EEAB-E5DC-79432DF11D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438DEC-1014-DE1A-D4ED-8C4C22D27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9674A-AF55-561D-8419-946EC0B66D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3797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harishthulasiraman12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github.com/Harish-Thulasiram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pPr algn="ctr"/>
            <a:r>
              <a:rPr lang="en-US" b="1" dirty="0"/>
              <a:t>CYCLISTIC BIKE SHARE ANALYSIS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		</a:t>
            </a:r>
            <a:r>
              <a:rPr lang="en-US" sz="1800" b="1" dirty="0"/>
              <a:t>-</a:t>
            </a:r>
            <a:r>
              <a:rPr lang="en-US" sz="1800" b="1" cap="none" dirty="0"/>
              <a:t>Harish Thulasiraman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b="1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269589"/>
          </a:xfrm>
        </p:spPr>
        <p:txBody>
          <a:bodyPr>
            <a:normAutofit fontScale="77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Introduction &amp; 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Dataset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 Cleaning &amp;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Exploratory Data Analysis (EDA)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Visualizations &amp;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Conclusion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246379"/>
            <a:ext cx="4179570" cy="3377354"/>
          </a:xfrm>
        </p:spPr>
        <p:txBody>
          <a:bodyPr/>
          <a:lstStyle/>
          <a:p>
            <a:pPr algn="ctr"/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r>
              <a:rPr lang="en-US" b="1" dirty="0"/>
              <a:t>INTRODUCTION &amp; OBJECTIVE</a:t>
            </a:r>
            <a:br>
              <a:rPr lang="en-US" b="1" dirty="0"/>
            </a:br>
            <a:br>
              <a:rPr lang="en-US" b="1" dirty="0"/>
            </a:b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FF98EE-0F92-0EF3-7BDA-4B5F0A47C29F}"/>
              </a:ext>
            </a:extLst>
          </p:cNvPr>
          <p:cNvSpPr txBox="1"/>
          <p:nvPr/>
        </p:nvSpPr>
        <p:spPr>
          <a:xfrm>
            <a:off x="6991350" y="3849511"/>
            <a:ext cx="498616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case study explores world trip data from the </a:t>
            </a:r>
            <a:r>
              <a:rPr lang="en-US" sz="2000" dirty="0" err="1"/>
              <a:t>Cyclistic</a:t>
            </a:r>
            <a:r>
              <a:rPr lang="en-US" sz="2000" dirty="0"/>
              <a:t> bike-sharing program in Chicago during 2019.</a:t>
            </a:r>
            <a:br>
              <a:rPr lang="en-US" sz="2000" dirty="0"/>
            </a:br>
            <a:r>
              <a:rPr lang="en-US" sz="2000" dirty="0"/>
              <a:t>The objective was to analyze user behavior patterns - such as trip duration, peak usage times, age groups, and gender distribution - using Python and data visualization.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232" y="0"/>
            <a:ext cx="7288282" cy="1101953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r>
              <a:rPr lang="en-IN" b="1" dirty="0"/>
              <a:t>Dataset Overview</a:t>
            </a:r>
            <a:br>
              <a:rPr lang="en-IN" b="1" dirty="0"/>
            </a:b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F2FE57-A1E2-5F1F-0875-95AA8CF7332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350474" y="2144889"/>
            <a:ext cx="7232040" cy="4025724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2D4EE3-B749-B6F3-5A78-DC203C3FC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2353" y="1253067"/>
            <a:ext cx="7260161" cy="68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02639" y="620888"/>
            <a:ext cx="4179570" cy="1295401"/>
          </a:xfrm>
        </p:spPr>
        <p:txBody>
          <a:bodyPr/>
          <a:lstStyle/>
          <a:p>
            <a:pPr algn="ctr"/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r>
              <a:rPr lang="en-IN" b="1" dirty="0"/>
              <a:t>Data Cleaning &amp; Preprocessing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513B76-F7C5-E516-41E6-54AB44ABC1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1242"/>
          <a:stretch>
            <a:fillRect/>
          </a:stretch>
        </p:blipFill>
        <p:spPr>
          <a:xfrm>
            <a:off x="7002639" y="2279847"/>
            <a:ext cx="4083050" cy="395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Exploratory Data Analysis (EDA) Overview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AA5517-9D83-B310-5B7E-76D377D2D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700" y="2754571"/>
            <a:ext cx="3738033" cy="19077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E70257-4E28-FBCD-27DC-77C2D91AB8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6330" y="2754571"/>
            <a:ext cx="3604572" cy="190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136526"/>
            <a:ext cx="9953308" cy="1780860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/>
              <a:t>Visualizations &amp; Insights</a:t>
            </a:r>
            <a:br>
              <a:rPr lang="en-IN" sz="3600" b="1" dirty="0"/>
            </a:br>
            <a:endParaRPr lang="en-US" sz="3600" b="1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85F66E-FF40-DD65-FA87-BDF268A0C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553" y="1565048"/>
            <a:ext cx="8400894" cy="4677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D38EB-BEF0-5BFF-C7EF-46B09F450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8F01A-98BE-B8DD-CBFA-CF10F632B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136526"/>
            <a:ext cx="9953308" cy="1780860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/>
              <a:t>Visualizations &amp; Insights</a:t>
            </a:r>
            <a:br>
              <a:rPr lang="en-IN" sz="3600" b="1" dirty="0"/>
            </a:br>
            <a:endParaRPr lang="en-US" sz="3600" b="1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41832A6A-7E50-46C4-BDA8-22D6F2DB907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2E9976-5E88-9375-2334-2EBB84DBD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7552" y="1917386"/>
            <a:ext cx="9200444" cy="4385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860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8A0B5-B6D4-0287-D632-B7F7CA7DC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4F489-D04E-5BF3-92CD-4EF772AC9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136526"/>
            <a:ext cx="9953308" cy="1780860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/>
              <a:t>Visualizations &amp; Insights</a:t>
            </a:r>
            <a:br>
              <a:rPr lang="en-IN" sz="3600" b="1" dirty="0"/>
            </a:br>
            <a:endParaRPr lang="en-US" sz="3600" b="1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381D1C25-D801-D23E-A07A-ACC467A1C28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6DDC5C-4FAA-8F37-EA7A-9BBEF16BB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346" y="1722991"/>
            <a:ext cx="9953308" cy="463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465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09140014-73D5-419B-8867-972BB18D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5022"/>
            <a:ext cx="5655197" cy="1185333"/>
          </a:xfrm>
        </p:spPr>
        <p:txBody>
          <a:bodyPr anchor="b">
            <a:normAutofit/>
          </a:bodyPr>
          <a:lstStyle/>
          <a:p>
            <a:r>
              <a:rPr lang="en-US" sz="3600" b="1" dirty="0"/>
              <a:t>TOP INSIGHTS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6FFDC-ADE8-4009-A466-A8178725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371E53A-E4F0-EAFC-8E76-B603B120E0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199" y="2454436"/>
            <a:ext cx="10822776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Most users were Subscribers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Over 75% of trips were taken by subscribers rather than casual customers.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Males took more trips than females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Male riders accounted for the majority of all recorded trips, especially among subscribers.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Peak usage occurred during weekday rush hours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Trips spiked around 8–9 AM and 5–6 PM, suggesting heavy commuter use.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Casual riders had longer average trip durations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Customers (non-subscribers) took longer rides on average, possibly for leisure or exploration.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Most riders were aged 25–45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 most active age group fell within this range, with the average rider born in the 1980s.</a:t>
            </a:r>
          </a:p>
        </p:txBody>
      </p:sp>
    </p:spTree>
    <p:extLst>
      <p:ext uri="{BB962C8B-B14F-4D97-AF65-F5344CB8AC3E}">
        <p14:creationId xmlns:p14="http://schemas.microsoft.com/office/powerpoint/2010/main" val="2403577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3E5FEE2D-79E5-4C1D-8BF7-EE619CA70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378"/>
            <a:ext cx="10515600" cy="1351735"/>
          </a:xfrm>
        </p:spPr>
        <p:txBody>
          <a:bodyPr anchor="b">
            <a:normAutofit/>
          </a:bodyPr>
          <a:lstStyle/>
          <a:p>
            <a:r>
              <a:rPr lang="en-US" sz="3600" b="1" dirty="0"/>
              <a:t>CHALLENGES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832B776-E386-1CF9-CC8F-2D2FF3EA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A0A39E-1B65-13DD-3E15-0AFFC7576B6F}"/>
              </a:ext>
            </a:extLst>
          </p:cNvPr>
          <p:cNvSpPr txBox="1"/>
          <p:nvPr/>
        </p:nvSpPr>
        <p:spPr>
          <a:xfrm>
            <a:off x="677333" y="1499180"/>
            <a:ext cx="11074400" cy="4615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Large file size and Excel limitations:</a:t>
            </a:r>
            <a:br>
              <a:rPr lang="en-US" dirty="0"/>
            </a:br>
            <a:r>
              <a:rPr lang="en-US" dirty="0"/>
              <a:t>The full dataset (3M+ rows) was too large for Excel, requiring sampling and optimized CSV handling.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Missing and inconsistent data:</a:t>
            </a:r>
            <a:br>
              <a:rPr lang="en-US" dirty="0"/>
            </a:br>
            <a:r>
              <a:rPr lang="en-US" dirty="0"/>
              <a:t>Key columns like gender and birthyear had many null values, requiring thoughtful cleaning and imputation.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Mixed data types:</a:t>
            </a:r>
            <a:br>
              <a:rPr lang="en-US" dirty="0"/>
            </a:br>
            <a:r>
              <a:rPr lang="en-US" dirty="0"/>
              <a:t>Some numeric fields were read as strings (e.g., '</a:t>
            </a:r>
            <a:r>
              <a:rPr lang="en-US" dirty="0" err="1"/>
              <a:t>tripduration</a:t>
            </a:r>
            <a:r>
              <a:rPr lang="en-US" dirty="0"/>
              <a:t>' with commas), causing type conversion issues.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Datetime conversions and feature extraction:</a:t>
            </a:r>
            <a:br>
              <a:rPr lang="en-US" dirty="0"/>
            </a:br>
            <a:r>
              <a:rPr lang="en-US" dirty="0"/>
              <a:t>Converting strings to datetime format and extracting hours, weekdays, and months required multiple steps and validation.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Visualizing large data:</a:t>
            </a:r>
            <a:br>
              <a:rPr lang="en-US" dirty="0"/>
            </a:br>
            <a:r>
              <a:rPr lang="en-US" dirty="0"/>
              <a:t>Saving high-quality charts and making them GitHub-friendly (small size, readable format) took extra care.</a:t>
            </a:r>
          </a:p>
        </p:txBody>
      </p:sp>
    </p:spTree>
    <p:extLst>
      <p:ext uri="{BB962C8B-B14F-4D97-AF65-F5344CB8AC3E}">
        <p14:creationId xmlns:p14="http://schemas.microsoft.com/office/powerpoint/2010/main" val="2791821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AD6AE-3A36-A1CB-49A6-7611D8A88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70C96690-063B-23F0-CCEC-CB63A4FE9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378"/>
            <a:ext cx="10515600" cy="1351735"/>
          </a:xfrm>
        </p:spPr>
        <p:txBody>
          <a:bodyPr anchor="b">
            <a:normAutofit/>
          </a:bodyPr>
          <a:lstStyle/>
          <a:p>
            <a:r>
              <a:rPr lang="en-US" sz="3600" b="1" dirty="0"/>
              <a:t>Conclusion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CF4276B-2D48-7044-267A-5E86C277B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4F677F-ADFB-6DA0-D9C0-6ABF4EF1883B}"/>
              </a:ext>
            </a:extLst>
          </p:cNvPr>
          <p:cNvSpPr txBox="1"/>
          <p:nvPr/>
        </p:nvSpPr>
        <p:spPr>
          <a:xfrm>
            <a:off x="699910" y="1986405"/>
            <a:ext cx="11074400" cy="3271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This case study provided meaningful insights into Divvy bike-sharing behavior through exploratory data analysis using Python.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By cleaning and transforming over 2.4 million trip records, we uncovered patterns in rider types, trip durations, and age-based usage. Subscribers used bikes more frequently for shorter durations, while casual customers rode less often but for longer periods.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This project reinforced the importance of thoughtful data preprocessing and visualization in drawing actionable conclusions from large-scale real-world datasets.</a:t>
            </a:r>
          </a:p>
        </p:txBody>
      </p:sp>
    </p:spTree>
    <p:extLst>
      <p:ext uri="{BB962C8B-B14F-4D97-AF65-F5344CB8AC3E}">
        <p14:creationId xmlns:p14="http://schemas.microsoft.com/office/powerpoint/2010/main" val="942449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199" y="1615736"/>
            <a:ext cx="7086599" cy="1524735"/>
          </a:xfrm>
        </p:spPr>
        <p:txBody>
          <a:bodyPr/>
          <a:lstStyle/>
          <a:p>
            <a:pPr algn="ctr"/>
            <a:r>
              <a:rPr lang="en-US" dirty="0"/>
              <a:t>Thank you for reviewing my case study!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199" y="3238103"/>
            <a:ext cx="7086599" cy="2309257"/>
          </a:xfrm>
        </p:spPr>
        <p:txBody>
          <a:bodyPr>
            <a:noAutofit/>
          </a:bodyPr>
          <a:lstStyle/>
          <a:p>
            <a:r>
              <a:rPr lang="en-US" dirty="0"/>
              <a:t>Harish Thulasiraman</a:t>
            </a:r>
          </a:p>
          <a:p>
            <a:r>
              <a:rPr lang="en-IN" dirty="0"/>
              <a:t>🔗 </a:t>
            </a:r>
            <a:r>
              <a:rPr lang="en-IN" dirty="0">
                <a:hlinkClick r:id="rId3"/>
              </a:rPr>
              <a:t>LinkedIn</a:t>
            </a:r>
            <a:r>
              <a:rPr lang="en-IN" dirty="0"/>
              <a:t> </a:t>
            </a:r>
          </a:p>
          <a:p>
            <a:r>
              <a:rPr lang="en-IN" dirty="0"/>
              <a:t>🔗 </a:t>
            </a:r>
            <a:r>
              <a:rPr lang="en-IN" dirty="0">
                <a:hlinkClick r:id="rId4"/>
              </a:rPr>
              <a:t>GitHub</a:t>
            </a:r>
            <a:endParaRPr lang="en-IN" dirty="0"/>
          </a:p>
          <a:p>
            <a:br>
              <a:rPr lang="en-IN" dirty="0"/>
            </a:b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presentation</Template>
  <TotalTime>82</TotalTime>
  <Words>526</Words>
  <Application>Microsoft Office PowerPoint</Application>
  <PresentationFormat>Widescreen</PresentationFormat>
  <Paragraphs>61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Tenorite</vt:lpstr>
      <vt:lpstr>Custom</vt:lpstr>
      <vt:lpstr>CYCLISTIC BIKE SHARE ANALYSIS    -Harish Thulasiraman</vt:lpstr>
      <vt:lpstr>CONTENTS</vt:lpstr>
      <vt:lpstr>          INTRODUCTION &amp; OBJECTIVE  </vt:lpstr>
      <vt:lpstr>                                  Dataset Overview </vt:lpstr>
      <vt:lpstr>   Data Cleaning &amp; Preprocessing</vt:lpstr>
      <vt:lpstr>Exploratory Data Analysis (EDA) Overview</vt:lpstr>
      <vt:lpstr>Visualizations &amp; Insights </vt:lpstr>
      <vt:lpstr>Visualizations &amp; Insights </vt:lpstr>
      <vt:lpstr>Visualizations &amp; Insights </vt:lpstr>
      <vt:lpstr>TOP INSIGHTS </vt:lpstr>
      <vt:lpstr>CHALLENGES </vt:lpstr>
      <vt:lpstr>Conclusion </vt:lpstr>
      <vt:lpstr>Thank you for reviewing my case study!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harishlapro@outlook.com</dc:creator>
  <cp:lastModifiedBy>harishlapro@outlook.com</cp:lastModifiedBy>
  <cp:revision>4</cp:revision>
  <dcterms:created xsi:type="dcterms:W3CDTF">2025-11-29T08:20:00Z</dcterms:created>
  <dcterms:modified xsi:type="dcterms:W3CDTF">2025-11-29T09:46:00Z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